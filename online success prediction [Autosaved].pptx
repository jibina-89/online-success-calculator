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23" autoAdjust="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1176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0440" y="2349910"/>
            <a:ext cx="6941574" cy="963562"/>
          </a:xfrm>
        </p:spPr>
        <p:txBody>
          <a:bodyPr>
            <a:normAutofit fontScale="90000"/>
          </a:bodyPr>
          <a:lstStyle/>
          <a:p>
            <a:br>
              <a:rPr lang="en-GB" sz="2700" b="1" dirty="0"/>
            </a:br>
            <a:r>
              <a:rPr lang="en-GB" sz="2700" b="1" dirty="0"/>
              <a:t>Course Success Prediction System</a:t>
            </a:r>
            <a:br>
              <a:rPr lang="en-GB" sz="2700" dirty="0"/>
            </a:br>
            <a:r>
              <a:rPr lang="en-GB" sz="2700" dirty="0"/>
              <a:t>Using Exploratory Data Analysis &amp; Machine Learning</a:t>
            </a:r>
            <a:br>
              <a:rPr lang="en-GB" sz="2200" dirty="0"/>
            </a:br>
            <a:br>
              <a:rPr lang="en-GB" dirty="0"/>
            </a:b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l"/>
            <a:r>
              <a:rPr lang="en-GB" sz="1800" b="1" dirty="0"/>
              <a:t>Submitted by:</a:t>
            </a:r>
            <a:r>
              <a:rPr lang="en-GB" sz="1800" dirty="0"/>
              <a:t> Jibina MV</a:t>
            </a:r>
            <a:br>
              <a:rPr lang="en-GB" sz="1800" dirty="0"/>
            </a:br>
            <a:r>
              <a:rPr lang="en-GB" sz="1800" b="1" dirty="0"/>
              <a:t>Domain:</a:t>
            </a:r>
            <a:r>
              <a:rPr lang="en-GB" sz="1800" dirty="0"/>
              <a:t> Data Science / Machine Learning</a:t>
            </a:r>
            <a:br>
              <a:rPr lang="en-GB" sz="1800" dirty="0"/>
            </a:br>
            <a:r>
              <a:rPr lang="en-GB" sz="1800" b="1" dirty="0"/>
              <a:t>Tool:</a:t>
            </a:r>
            <a:r>
              <a:rPr lang="en-GB" sz="1800" dirty="0"/>
              <a:t> Python, </a:t>
            </a:r>
            <a:r>
              <a:rPr lang="en-GB" sz="1800" dirty="0" err="1"/>
              <a:t>Jupyter</a:t>
            </a:r>
            <a:r>
              <a:rPr lang="en-GB" sz="1800" dirty="0"/>
              <a:t> Notebook, </a:t>
            </a:r>
            <a:r>
              <a:rPr lang="en-GB" sz="1800" dirty="0" err="1"/>
              <a:t>Streamlit</a:t>
            </a:r>
            <a:r>
              <a:rPr lang="en-GB" sz="1800" dirty="0"/>
              <a:t>/Flask</a:t>
            </a:r>
            <a:endParaRPr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Project Objective</a:t>
            </a:r>
            <a:endParaRPr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D3CBCB9-3437-E569-7FBB-FFDDE1CF44A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2314486"/>
            <a:ext cx="833437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analyze course-related data using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Exploratory Data Analysis (EDA)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build a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machine learning model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that predicts a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Course Success Score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deploy the trained model as a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 application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provide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AI-based feedback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based on prediction results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600" dirty="0"/>
              <a:t>The dataset contains information related to online courses:</a:t>
            </a:r>
          </a:p>
          <a:p>
            <a:r>
              <a:rPr lang="en-GB" sz="2600" b="1" dirty="0"/>
              <a:t>Features Used:</a:t>
            </a:r>
            <a:endParaRPr lang="en-GB" sz="2600" dirty="0"/>
          </a:p>
          <a:p>
            <a:r>
              <a:rPr lang="en-GB" sz="2600" dirty="0"/>
              <a:t>Number of Learners</a:t>
            </a:r>
          </a:p>
          <a:p>
            <a:r>
              <a:rPr lang="en-GB" sz="2600" dirty="0"/>
              <a:t>Course Rating (0–5)</a:t>
            </a:r>
          </a:p>
          <a:p>
            <a:r>
              <a:rPr lang="en-GB" sz="2600" dirty="0"/>
              <a:t>Course Duration (Hours)</a:t>
            </a:r>
          </a:p>
          <a:p>
            <a:r>
              <a:rPr lang="en-GB" sz="2600" dirty="0"/>
              <a:t>Difficulty Level (1–5)</a:t>
            </a:r>
          </a:p>
          <a:p>
            <a:r>
              <a:rPr lang="en-GB" sz="2600" b="1" dirty="0"/>
              <a:t>Target Variable:</a:t>
            </a:r>
            <a:endParaRPr lang="en-GB" sz="2600" dirty="0"/>
          </a:p>
          <a:p>
            <a:r>
              <a:rPr lang="en-GB" sz="2600" dirty="0"/>
              <a:t>Course Success Score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9553B10-40BF-E10A-3E6A-D291F13C72F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2893685"/>
            <a:ext cx="6441187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Converted columns to numeric format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Handled missing values using: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Mean for continuous values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Median where required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Removed or treated outliers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Ensured clean and structured dataset before modeling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Exploratory Data Analysis (EDA)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400" dirty="0"/>
              <a:t>EDA was performed to understand patterns and relationships in data:</a:t>
            </a:r>
          </a:p>
          <a:p>
            <a:r>
              <a:rPr lang="en-GB" sz="2400" dirty="0"/>
              <a:t>Statistical summary (mean, median, std)</a:t>
            </a:r>
          </a:p>
          <a:p>
            <a:r>
              <a:rPr lang="en-GB" sz="2400" dirty="0"/>
              <a:t>Distribution analysis using histograms</a:t>
            </a:r>
          </a:p>
          <a:p>
            <a:r>
              <a:rPr lang="en-GB" sz="2400" dirty="0"/>
              <a:t>Correlation analysis between features</a:t>
            </a:r>
          </a:p>
          <a:p>
            <a:r>
              <a:rPr lang="en-GB" sz="2400" dirty="0"/>
              <a:t>Identification of important features affecting success score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Key EDA Insights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400" dirty="0"/>
              <a:t>Courses with </a:t>
            </a:r>
            <a:r>
              <a:rPr lang="en-GB" sz="2400" b="1" dirty="0"/>
              <a:t>higher ratings</a:t>
            </a:r>
            <a:r>
              <a:rPr lang="en-GB" sz="2400" dirty="0"/>
              <a:t> tend to have higher success scores</a:t>
            </a:r>
          </a:p>
          <a:p>
            <a:r>
              <a:rPr lang="en-GB" sz="2400" dirty="0"/>
              <a:t>A </a:t>
            </a:r>
            <a:r>
              <a:rPr lang="en-GB" sz="2400" b="1" dirty="0"/>
              <a:t>large number of learners</a:t>
            </a:r>
            <a:r>
              <a:rPr lang="en-GB" sz="2400" dirty="0"/>
              <a:t> indicates higher popularity and success</a:t>
            </a:r>
          </a:p>
          <a:p>
            <a:r>
              <a:rPr lang="en-GB" sz="2400" b="1" dirty="0"/>
              <a:t>Moderate course duration</a:t>
            </a:r>
            <a:r>
              <a:rPr lang="en-GB" sz="2400" dirty="0"/>
              <a:t> performs better than extremely long courses</a:t>
            </a:r>
          </a:p>
          <a:p>
            <a:r>
              <a:rPr lang="en-GB" sz="2400" dirty="0"/>
              <a:t>Very high difficulty levels may reduce course success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Feature Importance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0C71AC-15EC-BB0F-5B23-15B35FDD1414}"/>
              </a:ext>
            </a:extLst>
          </p:cNvPr>
          <p:cNvSpPr txBox="1"/>
          <p:nvPr/>
        </p:nvSpPr>
        <p:spPr>
          <a:xfrm>
            <a:off x="542925" y="2085975"/>
            <a:ext cx="721042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dirty="0"/>
              <a:t>Based on EDA and model behaviour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Rating is the most influential feature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Learners count strongly impacts prediction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Duration and difficulty have moderate influence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Model Building</a:t>
            </a:r>
            <a:endParaRPr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BFFE8C5-8EDA-98B0-2BA0-E82F8456AE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29527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 split into training and testing sets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Features scaled using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StandardScaler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Regression-based machine learning models applied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performance evaluated using: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R² Score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RMSE (Root Mean Square Error)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Best Model Selection</a:t>
            </a:r>
            <a:endParaRPr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582C9B5-98ED-537E-CCAD-F4213F12DC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5350" y="26670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Multiple models were trained and compared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best-performing model was selected based on accuracy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Final model saved using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pickle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deployment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CORRELATION VIEW</a:t>
            </a:r>
            <a:endParaRPr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C6D29B1-1D23-5EBA-B9D0-424A216AE3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81766" y="1600200"/>
            <a:ext cx="6780468" cy="4525963"/>
          </a:xfr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FBF2B-499D-89AF-0CC2-2535633C8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PREDICTION PAGE WEB VIEW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06743F-ED94-8E70-7C43-E3A7972E51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54" y="2396812"/>
            <a:ext cx="6993892" cy="3182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93415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8F60991-4A35-136F-6342-C89DCF7B84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351" y="493160"/>
            <a:ext cx="6462446" cy="5204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5629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1231</TotalTime>
  <Words>317</Words>
  <Application>Microsoft Office PowerPoint</Application>
  <PresentationFormat>On-screen Show (4:3)</PresentationFormat>
  <Paragraphs>52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 Course Success Prediction System Using Exploratory Data Analysis &amp; Machine Learning  </vt:lpstr>
      <vt:lpstr>Project Objective</vt:lpstr>
      <vt:lpstr>Dataset Overview</vt:lpstr>
      <vt:lpstr>Data Preprocessing</vt:lpstr>
      <vt:lpstr>Exploratory Data Analysis (EDA)</vt:lpstr>
      <vt:lpstr>Key EDA Insights</vt:lpstr>
      <vt:lpstr>Feature Importance</vt:lpstr>
      <vt:lpstr>Model Building</vt:lpstr>
      <vt:lpstr>Best Model Selection</vt:lpstr>
      <vt:lpstr>CORRELATION VIEW</vt:lpstr>
      <vt:lpstr>PREDICTION PAGE WEB VIEW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Jibina MV</dc:creator>
  <cp:keywords/>
  <dc:description>generated using python-pptx</dc:description>
  <cp:lastModifiedBy>Jibina MV</cp:lastModifiedBy>
  <cp:revision>7</cp:revision>
  <dcterms:created xsi:type="dcterms:W3CDTF">2013-01-27T09:14:16Z</dcterms:created>
  <dcterms:modified xsi:type="dcterms:W3CDTF">2026-02-02T09:05:00Z</dcterms:modified>
  <cp:category/>
</cp:coreProperties>
</file>